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92024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PDF (Local RAG)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Retrieval-Augmented Generation over Documents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[Student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[Department, e.g. Computer Science and Engineering]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PDF search cannot answer natural questions; unconstrained LLMs may invent facts not in the document.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10029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over uploaded PDFs.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embeddings + FAISS.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via Groq.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UI.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markdown → chunks → embeddings → FAISS.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 then generate.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for the teaching demo.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5" name="Image 0" descr="/home/rajank/projects/personal/collage projects/_academic-pack/assets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to structured markdown with pymupdf4llm.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9" name="Image 1" descr="/home/rajank/projects/personal/collage projects/_academic-pack/assets/icons/chu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68" y="15544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07428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84468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Header-aware splits with overlapping windows.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3" name="Image 2" descr="/home/rajank/projects/personal/collage projects/_academic-pack/assets/icons/emb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stored in FAISS on CPU.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55868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7" name="Image 3" descr="/home/rajank/projects/personal/collage projects/_academic-pack/assets/icon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68" y="397764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7428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84468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 + Groq grounded generation.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similarity search over chunk vectors.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pass for exact tokens / IDs.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candidate list feeds the prompt.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includes only retrieved context.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free-tier LLM for fast responses.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surfaces supporting passages.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deps and set Groq key.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→ build index.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in-document questions.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an out-of-scope question.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In-doc questions grounded.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handled safely.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helps exact matches.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teaching implementation of RAG: retrieve first, then generate.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110029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indexes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Multi-PDF corpora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860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57200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·  [College Name]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 with PDF (Local RAG)</dc:title>
  <dc:subject>PptxGenJS Presentation</dc:subject>
  <dc:creator>[Student Name]</dc:creator>
  <cp:lastModifiedBy>[Student Name]</cp:lastModifiedBy>
  <cp:revision>1</cp:revision>
  <dcterms:created xsi:type="dcterms:W3CDTF">2026-10-22T09:00:50Z</dcterms:created>
  <dcterms:modified xsi:type="dcterms:W3CDTF">2026-10-22T09:00:50Z</dcterms:modified>
</cp:coreProperties>
</file>